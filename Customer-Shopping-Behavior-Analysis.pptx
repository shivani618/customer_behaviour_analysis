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demographics, spending patterns, and product preferences.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2226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2226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44343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column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44343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features: demographics, purchase details, shopping behavior, subscription status.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0542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88728"/>
            <a:ext cx="4722763" cy="1060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59895" y="1647304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59895" y="1947714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using median per category; standardized columns to snake_case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86571"/>
            <a:ext cx="4722763" cy="107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59895" y="2845147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59895" y="3145557"/>
            <a:ext cx="432941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bins and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dropped redundant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893939"/>
            <a:ext cx="4722763" cy="8390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59895" y="4052515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59895" y="4352925"/>
            <a:ext cx="43294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PostgreSQL for SQL analysis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2.1x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 — $157,890 vs. $75,191.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73% of 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(2,847 customers), yet average spend is nearly identical: $59.49 vs. $59.87.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0246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89530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4321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27% of customers are subscribers — significant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5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Dependence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386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14785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76130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124521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614785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4991" y="176130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4991" y="2124521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639616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2786137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149352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2639616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64991" y="2786137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64991" y="3149352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664446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40" y="3810967"/>
            <a:ext cx="36099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Skirt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2640" y="4174182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9701" y="123386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49701" y="1614785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6222" y="176130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96222" y="2124521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72052" y="1614785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8573" y="176130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Sneakers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18573" y="2124521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49701" y="2639616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6222" y="2786137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Coat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6222" y="3149352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72052" y="2639616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8573" y="2786137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Sweater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18573" y="3149352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49701" y="3664446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6222" y="3810967"/>
            <a:ext cx="36099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Pants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896222" y="4174182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389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80% of customers are Loyal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strong retention base.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83 new customers identified; focus on acquisition needed.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repeat buyers (5+ purchases) are subscribed vs. 2,518 non-subscribers.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2868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revenue contribution at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$62,143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Revenue declines slightly with age — targeted marketing by age group is warranted.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2122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3925119" y="1021184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0552" y="1156618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 Customers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60552" y="1432992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transactions tracked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25119" y="1889745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0552" y="2025179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 Avg.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60552" y="2301553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758306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0552" y="2893740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3.75★ Rating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60552" y="3170113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review 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626867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0552" y="3762301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 Subscribers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60552" y="4038674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penetration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25119" y="4510460"/>
            <a:ext cx="5179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filters: Gender, Category, Shipping Type, Age Group.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5053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25339"/>
            <a:ext cx="287908" cy="2879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330226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96119" y="156626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20404"/>
            <a:ext cx="287908" cy="2879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32529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96119" y="256133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Loyal segment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15469"/>
            <a:ext cx="287908" cy="2879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3320355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96119" y="355639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10533"/>
            <a:ext cx="287908" cy="2879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4315420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96119" y="455146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2026-07-17T18:16:40Z</dcterms:created>
  <dcterms:modified xsi:type="dcterms:W3CDTF">2026-07-17T18:16:40Z</dcterms:modified>
</cp:coreProperties>
</file>